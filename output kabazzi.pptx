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26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05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08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65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5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65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2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35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1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09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0541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75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34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76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71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81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0EED235-EE41-40B2-BCCD-84B9C1506047}" type="datetimeFigureOut">
              <a:rPr lang="en-US" smtClean="0"/>
              <a:t>Sun 14-December-2025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104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Code output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KABAZZI RONALD 2023-B072-32782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41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A DATASET AND TRANSACTION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4202" y="2052638"/>
            <a:ext cx="6105371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03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 B APRIORI ALOGORITHM= FREQUENT ITEMSETS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386" y="2052638"/>
            <a:ext cx="4945004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12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RULES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7319" y="2052638"/>
            <a:ext cx="7519138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15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PART C: INTERPRETATION: </a:t>
            </a:r>
            <a:r>
              <a:rPr lang="en-US" b="1" dirty="0" smtClean="0"/>
              <a:t>Strongest Association Rules Based on Lift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Rule 1: {Diapers} → {Beer}</a:t>
            </a:r>
          </a:p>
          <a:p>
            <a:r>
              <a:rPr lang="en-US" b="1" dirty="0" smtClean="0"/>
              <a:t>Interpretation: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This rule suggests that customers who purchase </a:t>
            </a:r>
            <a:r>
              <a:rPr lang="en-US" b="1" dirty="0" smtClean="0"/>
              <a:t>diapers</a:t>
            </a:r>
            <a:r>
              <a:rPr lang="en-US" dirty="0" smtClean="0"/>
              <a:t> have a high likelihood of also purchasing </a:t>
            </a:r>
            <a:r>
              <a:rPr lang="en-US" b="1" dirty="0" smtClean="0"/>
              <a:t>beer</a:t>
            </a:r>
            <a:r>
              <a:rPr lang="en-US" dirty="0" smtClean="0"/>
              <a:t> in the same transaction.</a:t>
            </a:r>
          </a:p>
          <a:p>
            <a:r>
              <a:rPr lang="en-US" b="1" dirty="0" smtClean="0"/>
              <a:t>Implication: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high lift value indicates a strong positive relationship, meaning these two items are frequently bought together more than would be expected by chance.</a:t>
            </a:r>
          </a:p>
          <a:p>
            <a:r>
              <a:rPr lang="en-US" b="1" dirty="0" smtClean="0"/>
              <a:t>Rule 2: {Bread, Milk} → {Butter}</a:t>
            </a:r>
          </a:p>
          <a:p>
            <a:r>
              <a:rPr lang="en-US" b="1" dirty="0" smtClean="0"/>
              <a:t>Interpretation: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Customers who buy </a:t>
            </a:r>
            <a:r>
              <a:rPr lang="en-US" b="1" dirty="0" smtClean="0"/>
              <a:t>bread and milk together</a:t>
            </a:r>
            <a:r>
              <a:rPr lang="en-US" dirty="0" smtClean="0"/>
              <a:t> are very likely to also buy </a:t>
            </a:r>
            <a:r>
              <a:rPr lang="en-US" b="1" dirty="0" smtClean="0"/>
              <a:t>butter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Implication: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This reflects common household purchasing behavior where complementary grocery items are bought together for daily consumption.</a:t>
            </a:r>
          </a:p>
          <a:p>
            <a:r>
              <a:rPr lang="en-US" b="1" dirty="0" smtClean="0"/>
              <a:t>Rule 3: {Eggs} → {Milk}</a:t>
            </a:r>
          </a:p>
          <a:p>
            <a:r>
              <a:rPr lang="en-US" b="1" dirty="0" smtClean="0"/>
              <a:t>Interpretation: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This rule shows that customers purchasing </a:t>
            </a:r>
            <a:r>
              <a:rPr lang="en-US" b="1" dirty="0" smtClean="0"/>
              <a:t>eggs</a:t>
            </a:r>
            <a:r>
              <a:rPr lang="en-US" dirty="0" smtClean="0"/>
              <a:t> tend to also purchase </a:t>
            </a:r>
            <a:r>
              <a:rPr lang="en-US" b="1" dirty="0" smtClean="0"/>
              <a:t>milk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Implication: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association indicates that eggs and milk are staple items often bought together, especially for breakfast or home cooking.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628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1.  </a:t>
            </a:r>
            <a:r>
              <a:rPr lang="en-US" b="1" dirty="0"/>
              <a:t>Improve Product Placement</a:t>
            </a:r>
          </a:p>
          <a:p>
            <a:r>
              <a:rPr lang="en-US" dirty="0"/>
              <a:t>The supermarket should place </a:t>
            </a:r>
            <a:r>
              <a:rPr lang="en-US" b="1" dirty="0"/>
              <a:t>diapers and beer</a:t>
            </a:r>
            <a:r>
              <a:rPr lang="en-US" dirty="0"/>
              <a:t> closer to each other or promote them jointly.</a:t>
            </a:r>
          </a:p>
          <a:p>
            <a:r>
              <a:rPr lang="en-US" dirty="0"/>
              <a:t>This can increase cross-selling opportunities and raise the average transaction value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smtClean="0"/>
              <a:t>2.  </a:t>
            </a:r>
            <a:r>
              <a:rPr lang="en-US" b="1" dirty="0"/>
              <a:t>Bundle and Promotion Strategies</a:t>
            </a:r>
          </a:p>
          <a:p>
            <a:r>
              <a:rPr lang="en-US" dirty="0"/>
              <a:t>The supermarket can offer </a:t>
            </a:r>
            <a:r>
              <a:rPr lang="en-US" b="1" dirty="0"/>
              <a:t>bundle promotions</a:t>
            </a:r>
            <a:r>
              <a:rPr lang="en-US" dirty="0"/>
              <a:t> for </a:t>
            </a:r>
            <a:r>
              <a:rPr lang="en-US" b="1" dirty="0"/>
              <a:t>bread, milk, and butter</a:t>
            </a:r>
            <a:r>
              <a:rPr lang="en-US" dirty="0"/>
              <a:t>.</a:t>
            </a:r>
          </a:p>
          <a:p>
            <a:r>
              <a:rPr lang="en-US" dirty="0"/>
              <a:t>Such promotions encourage customers to buy related items together, increasing sales and enhancing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21593226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</TotalTime>
  <Words>114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Code output</vt:lpstr>
      <vt:lpstr>PART A DATASET AND TRANSACTION</vt:lpstr>
      <vt:lpstr>PART  B APRIORI ALOGORITHM= FREQUENT ITEMSETS</vt:lpstr>
      <vt:lpstr>ASSOCIATION RULES</vt:lpstr>
      <vt:lpstr>PART C: INTERPRETATION: Strongest Association Rules Based on Lift </vt:lpstr>
      <vt:lpstr>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output</dc:title>
  <dc:creator>M</dc:creator>
  <cp:lastModifiedBy>M</cp:lastModifiedBy>
  <cp:revision>4</cp:revision>
  <dcterms:created xsi:type="dcterms:W3CDTF">2025-12-14T12:12:38Z</dcterms:created>
  <dcterms:modified xsi:type="dcterms:W3CDTF">2025-12-14T12:46:12Z</dcterms:modified>
</cp:coreProperties>
</file>